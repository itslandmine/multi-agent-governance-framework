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1371600"/>
            <a:ext cx="2743200" cy="27432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1828800"/>
            <a:ext cx="228600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 Governance &amp;</a:t>
            </a:r>
            <a:br/>
            <a:r>
              <a:t>AI Security with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FF"/>
                </a:solidFill>
                <a:latin typeface="Calibri"/>
              </a:defRPr>
            </a:pPr>
            <a:r>
              <a:t>Building Compliant, Secure, and Ethical LLM-Driven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Compliance, privacy &amp; governance principles for LLM workflows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Access control, encryption &amp; data retention in no-code pipelines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Secure sensitive information management in agentic systems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Ethical AI practices and audit trails for business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Governance Matters for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Agents act autonomously — they read, write, and decide on data without human-in-the-loop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LLMs can memorize and</a:t>
            </a:r>
            <a:br/>
            <a:r>
              <a:t>regurgitate PII/PHI in</a:t>
            </a:r>
            <a:br/>
            <a:r>
              <a:t>downstream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Malicious inputs can</a:t>
            </a:r>
            <a:br/>
            <a:r>
              <a:t>bypass access controls</a:t>
            </a:r>
            <a:br/>
            <a:r>
              <a:t>and exfiltrate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56032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Shadow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Ungoverned tools operating</a:t>
            </a:r>
            <a:br/>
            <a:r>
              <a:t>outside compliance</a:t>
            </a:r>
            <a:br/>
            <a:r>
              <a:t>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560320" cy="2560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Regulatory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GDPR, HIPAA, SOC 2,</a:t>
            </a:r>
            <a:br/>
            <a:r>
              <a:t>EU AI Act all apply</a:t>
            </a:r>
            <a:br/>
            <a:r>
              <a:t>to agentic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"68% of organizations have no formal AI governance policy"  — Gartner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Governance isn't optional — it's the foundation agents run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Compliance, Privacy &amp; Governance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The Three Pillars of Responsible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73152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Align with regulations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Data processing agreements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Lawful basis for processing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Right to explanation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GDPR, HIPAA, EU AI 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Minimize data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8346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PII redaction before LLM calls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Data minimization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Purpose limitation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Consent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74720" cy="7315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Accountability &amp;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Role-based data ownership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Policy-as-code enforcement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Version-controlled prompts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Reproducible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Key question per workflow: "What data does this agent touch, and who authorized it?"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Access Control, Encryption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Security by Design in No-Code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73152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RBAC on every tool/connector an agent invokes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Principle of least privilege — minimum scopes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API key vaulting — never embed in prompts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Scoped permissions per agent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4389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At rest: AES-256 for conversations &amp; vector DBs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In transit: TLS 1.3 for all agent ↔ tool calls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In use: Redact PII before sending to LLM providers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Key rotation &amp; management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474720" cy="4389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7315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Data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Auto-purge conversation logs after N days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Separate retention: audit logs vs. raw data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Right-to-delete propagation across memory stores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Configurable TTL per data classification 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Managing Sensitive Data in Agentic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The Sensitive Data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7373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737360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Auto-tag PII,</a:t>
            </a:r>
            <a:br/>
            <a:r>
              <a:t>PHI, financial</a:t>
            </a:r>
            <a:br/>
            <a:r>
              <a:t>data at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645920"/>
            <a:ext cx="17373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1645920"/>
            <a:ext cx="173736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Redact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Replace sensitive</a:t>
            </a:r>
            <a:br/>
            <a:r>
              <a:t>tokens with</a:t>
            </a:r>
            <a:br/>
            <a:r>
              <a:t>placeholders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45920"/>
            <a:ext cx="17373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645920"/>
            <a:ext cx="173736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Agent works with</a:t>
            </a:r>
            <a:br/>
            <a:r>
              <a:t>sanitized data</a:t>
            </a:r>
            <a:br/>
            <a:r>
              <a:t>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645920"/>
            <a:ext cx="17373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645920"/>
            <a:ext cx="17373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Encrypted vector</a:t>
            </a:r>
            <a:br/>
            <a:r>
              <a:t>stores with scoped</a:t>
            </a:r>
            <a:br/>
            <a:r>
              <a:t>namespaces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645920"/>
            <a:ext cx="17373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1645920"/>
            <a:ext cx="173736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Log every action:</a:t>
            </a:r>
            <a:br/>
            <a:r>
              <a:t>data accessed,</a:t>
            </a:r>
            <a:br/>
            <a:r>
              <a:t>tools called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1645920"/>
            <a:ext cx="173736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0" y="1645920"/>
            <a:ext cx="1737360" cy="54864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Purge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560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Automated TTL</a:t>
            </a:r>
            <a:br/>
            <a:r>
              <a:t>cleanup per</a:t>
            </a:r>
            <a:br/>
            <a:r>
              <a:t>retention policy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Example: PII-Safe Customer Support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Input: "My SSN is 123-45-6789, fix my billing"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Classified: SSN detected → Confidential tier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Redacted: "My SSN is [SSN_1], fix my billing"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LLM processes sanitized prompt only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Response generated without real SSN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Audit log: action + redacted input + 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Ethical AI Practices &amp; Audit Trails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Trust Through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Ethical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Bias monitoring: Regular evaluation across demographic segments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Human-in-the-loop: High-stakes decisions require human approval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Content safety filters: Block harmful or non-compliant outputs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Model cards: Version-controlled system prompt documentation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Fairness testing: Evaluate agent behavior for equitable outcomes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Transparency: Users know when they're interacting with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Audit Trails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Immutable logs for every agent interaction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Captured: timestamp, user, input, output, tools, model version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Lineage tracking: trace output → source data → reasoning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Automated drift detection: does the agent still behave as designed?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Periodic compliance audits with exportable reports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Tamper-proof storage for regulatory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Governance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From Slides to Production — 7 Steps to Compliant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Action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81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481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106984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54864" cy="50292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Inventory all agentic workflows and data they touch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084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Data/AI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84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0604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54864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79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791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Classify data tiers and map to retention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79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106984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200400"/>
            <a:ext cx="54864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73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735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Implement PII redaction pre-filters on all LLM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73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73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9476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794760"/>
            <a:ext cx="54864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67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8679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Enable RBAC + API key vaulting on agent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867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867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89120"/>
            <a:ext cx="106984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389120"/>
            <a:ext cx="54864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462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4622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Deploy audit logging with immutable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462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462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98348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983480"/>
            <a:ext cx="54864" cy="50292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56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056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Establish human-in-the-loop gates for high-risk flows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056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Business +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577840"/>
            <a:ext cx="106984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520" y="5577840"/>
            <a:ext cx="54864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650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6509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Schedule quarterly governance reviews + bias audits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650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650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Governance enables innovation — secure agents ship faster because stakeholders trust them.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